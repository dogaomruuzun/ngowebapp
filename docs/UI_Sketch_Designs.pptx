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01" autoAdjust="0"/>
    <p:restoredTop sz="94660"/>
  </p:normalViewPr>
  <p:slideViewPr>
    <p:cSldViewPr snapToGrid="0">
      <p:cViewPr>
        <p:scale>
          <a:sx n="125" d="100"/>
          <a:sy n="125" d="100"/>
        </p:scale>
        <p:origin x="-84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3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6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8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4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0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6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1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67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1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28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6CB1C-A4C9-4524-B98A-7ECF94AD7103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337A5-0FB5-425F-AF36-E5A35DFF3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8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7926305" y="1207117"/>
            <a:ext cx="3707066" cy="4686907"/>
            <a:chOff x="3927182" y="1328302"/>
            <a:chExt cx="3707066" cy="4686907"/>
          </a:xfrm>
        </p:grpSpPr>
        <p:sp>
          <p:nvSpPr>
            <p:cNvPr id="4" name="Rectangle 3"/>
            <p:cNvSpPr/>
            <p:nvPr/>
          </p:nvSpPr>
          <p:spPr>
            <a:xfrm>
              <a:off x="3949216" y="1328302"/>
              <a:ext cx="3685032" cy="468690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949216" y="1328303"/>
              <a:ext cx="3685032" cy="424339"/>
              <a:chOff x="3949216" y="1328303"/>
              <a:chExt cx="3685032" cy="424339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3949216" y="1328303"/>
                <a:ext cx="3685032" cy="37457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Multiply 5"/>
              <p:cNvSpPr/>
              <p:nvPr/>
            </p:nvSpPr>
            <p:spPr>
              <a:xfrm>
                <a:off x="7274248" y="1328303"/>
                <a:ext cx="360000" cy="424339"/>
              </a:xfrm>
              <a:prstGeom prst="mathMultiply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p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Flowchart: Process 6"/>
              <p:cNvSpPr/>
              <p:nvPr/>
            </p:nvSpPr>
            <p:spPr>
              <a:xfrm>
                <a:off x="7022248" y="1411624"/>
                <a:ext cx="252000" cy="252000"/>
              </a:xfrm>
              <a:prstGeom prst="flowChartProcess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Flowchart: Process 7"/>
              <p:cNvSpPr/>
              <p:nvPr/>
            </p:nvSpPr>
            <p:spPr>
              <a:xfrm>
                <a:off x="6673265" y="1537624"/>
                <a:ext cx="252000" cy="108000"/>
              </a:xfrm>
              <a:prstGeom prst="flowChartProcess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49216" y="1354081"/>
                <a:ext cx="367086" cy="367086"/>
              </a:xfrm>
              <a:prstGeom prst="rect">
                <a:avLst/>
              </a:prstGeom>
            </p:spPr>
          </p:pic>
        </p:grpSp>
        <p:sp>
          <p:nvSpPr>
            <p:cNvPr id="12" name="Flowchart: Process 11"/>
            <p:cNvSpPr/>
            <p:nvPr/>
          </p:nvSpPr>
          <p:spPr>
            <a:xfrm>
              <a:off x="5497417" y="2721166"/>
              <a:ext cx="1949985" cy="275421"/>
            </a:xfrm>
            <a:prstGeom prst="flowChartProcess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5497416" y="3270173"/>
              <a:ext cx="1949985" cy="275421"/>
            </a:xfrm>
            <a:prstGeom prst="flowChartProcess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400973" y="3977088"/>
              <a:ext cx="1053275" cy="35254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 smtClean="0"/>
                <a:t>Log in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49216" y="2641752"/>
              <a:ext cx="16745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E-mail Address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27182" y="3237122"/>
              <a:ext cx="12338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Password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151869" y="1823668"/>
              <a:ext cx="3302379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b="0" cap="none" spc="0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NGO Application</a:t>
              </a:r>
              <a:endParaRPr lang="en-US" sz="3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51869" y="4536075"/>
              <a:ext cx="3302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/>
                <a:t>Not </a:t>
              </a:r>
              <a:r>
                <a:rPr lang="en-US" dirty="0" err="1" smtClean="0"/>
                <a:t>regirestered</a:t>
              </a:r>
              <a:r>
                <a:rPr lang="en-US" dirty="0" smtClean="0"/>
                <a:t> yet? </a:t>
              </a:r>
              <a:endParaRPr lang="en-US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416158" y="5107768"/>
              <a:ext cx="1053275" cy="352540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 smtClean="0"/>
                <a:t>Sign on</a:t>
              </a:r>
              <a:endParaRPr lang="en-US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27961" y="506776"/>
            <a:ext cx="580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1- Login Screen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27961" y="1022451"/>
            <a:ext cx="5805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-This login screen will be shown w</a:t>
            </a:r>
            <a:r>
              <a:rPr lang="en-US" dirty="0" smtClean="0"/>
              <a:t>hen application Executed in </a:t>
            </a:r>
            <a:r>
              <a:rPr lang="en-US" dirty="0" smtClean="0"/>
              <a:t>NGO </a:t>
            </a:r>
            <a:r>
              <a:rPr lang="en-US" dirty="0" err="1" smtClean="0"/>
              <a:t>Applicat</a:t>
            </a:r>
            <a:r>
              <a:rPr lang="tr-TR" dirty="0" smtClean="0"/>
              <a:t>i</a:t>
            </a:r>
            <a:r>
              <a:rPr lang="en-US" dirty="0" smtClean="0"/>
              <a:t>on.</a:t>
            </a:r>
          </a:p>
          <a:p>
            <a:r>
              <a:rPr lang="en-US" dirty="0" smtClean="0"/>
              <a:t>-If user not registered ….</a:t>
            </a:r>
          </a:p>
          <a:p>
            <a:r>
              <a:rPr lang="en-US" dirty="0" smtClean="0"/>
              <a:t>-What will happen if user email or password provided by user is wrong?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8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4" y="333410"/>
            <a:ext cx="11163230" cy="642573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481914" y="332045"/>
            <a:ext cx="11163230" cy="377561"/>
            <a:chOff x="481914" y="332045"/>
            <a:chExt cx="11163230" cy="377561"/>
          </a:xfrm>
        </p:grpSpPr>
        <p:sp>
          <p:nvSpPr>
            <p:cNvPr id="5" name="Rectangle 4"/>
            <p:cNvSpPr/>
            <p:nvPr/>
          </p:nvSpPr>
          <p:spPr>
            <a:xfrm>
              <a:off x="481914" y="332045"/>
              <a:ext cx="11163230" cy="3745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" name="Multiply 5"/>
            <p:cNvSpPr/>
            <p:nvPr/>
          </p:nvSpPr>
          <p:spPr>
            <a:xfrm>
              <a:off x="11245153" y="361927"/>
              <a:ext cx="360000" cy="307122"/>
            </a:xfrm>
            <a:prstGeom prst="mathMultiply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10993153" y="386640"/>
              <a:ext cx="252000" cy="252000"/>
            </a:xfrm>
            <a:prstGeom prst="flowChartProcess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10644170" y="512640"/>
              <a:ext cx="252000" cy="108000"/>
            </a:xfrm>
            <a:prstGeom prst="flowChartProcess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82" y="342520"/>
              <a:ext cx="367086" cy="367086"/>
            </a:xfrm>
            <a:prstGeom prst="rect">
              <a:avLst/>
            </a:prstGeom>
          </p:spPr>
        </p:pic>
      </p:grpSp>
      <p:sp>
        <p:nvSpPr>
          <p:cNvPr id="18" name="Rectangle 17"/>
          <p:cNvSpPr/>
          <p:nvPr/>
        </p:nvSpPr>
        <p:spPr>
          <a:xfrm>
            <a:off x="630169" y="708903"/>
            <a:ext cx="663197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4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NGO Application </a:t>
            </a:r>
            <a:r>
              <a:rPr lang="en-US" sz="1400" b="0" cap="none" spc="0" dirty="0" err="1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Regist</a:t>
            </a:r>
            <a:r>
              <a:rPr lang="tr-TR" sz="1400" b="0" cap="none" spc="0" dirty="0" err="1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iration</a:t>
            </a:r>
            <a:endParaRPr lang="en-US" sz="1400" b="0" cap="none" spc="0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2165608" y="1086503"/>
            <a:ext cx="1949985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640376" y="1082689"/>
            <a:ext cx="14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First Name</a:t>
            </a:r>
            <a:endParaRPr lang="en-US" sz="1400" dirty="0"/>
          </a:p>
        </p:txBody>
      </p:sp>
      <p:sp>
        <p:nvSpPr>
          <p:cNvPr id="24" name="Flowchart: Process 23"/>
          <p:cNvSpPr/>
          <p:nvPr/>
        </p:nvSpPr>
        <p:spPr>
          <a:xfrm>
            <a:off x="2165608" y="1453250"/>
            <a:ext cx="1949985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1316437" y="394752"/>
            <a:ext cx="1674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Last Name</a:t>
            </a:r>
            <a:endParaRPr lang="en-US" sz="1400" dirty="0"/>
          </a:p>
        </p:txBody>
      </p:sp>
      <p:sp>
        <p:nvSpPr>
          <p:cNvPr id="26" name="Flowchart: Process 25"/>
          <p:cNvSpPr/>
          <p:nvPr/>
        </p:nvSpPr>
        <p:spPr>
          <a:xfrm>
            <a:off x="5867339" y="1085335"/>
            <a:ext cx="1949985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4342107" y="1049318"/>
            <a:ext cx="1674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E-mail address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4342107" y="1473256"/>
            <a:ext cx="1674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Age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8375654" y="1024161"/>
            <a:ext cx="1674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Gender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640376" y="1846115"/>
            <a:ext cx="1674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Password</a:t>
            </a:r>
            <a:endParaRPr 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4342107" y="1842529"/>
            <a:ext cx="2065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Confirm Password</a:t>
            </a:r>
            <a:endParaRPr lang="en-US" sz="1400" dirty="0"/>
          </a:p>
        </p:txBody>
      </p:sp>
      <p:sp>
        <p:nvSpPr>
          <p:cNvPr id="28" name="Flowchart: Process 27"/>
          <p:cNvSpPr/>
          <p:nvPr/>
        </p:nvSpPr>
        <p:spPr>
          <a:xfrm>
            <a:off x="5867340" y="1473256"/>
            <a:ext cx="486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32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Flowchart: Process 31"/>
          <p:cNvSpPr/>
          <p:nvPr/>
        </p:nvSpPr>
        <p:spPr>
          <a:xfrm>
            <a:off x="2165608" y="1846115"/>
            <a:ext cx="1949985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4" name="Flowchart: Process 33"/>
          <p:cNvSpPr/>
          <p:nvPr/>
        </p:nvSpPr>
        <p:spPr>
          <a:xfrm>
            <a:off x="5867339" y="1842529"/>
            <a:ext cx="1949985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254927" y="1452298"/>
            <a:ext cx="161252" cy="387485"/>
            <a:chOff x="9599693" y="275422"/>
            <a:chExt cx="161252" cy="387485"/>
          </a:xfrm>
        </p:grpSpPr>
        <p:sp>
          <p:nvSpPr>
            <p:cNvPr id="3" name="Isosceles Triangle 2"/>
            <p:cNvSpPr/>
            <p:nvPr/>
          </p:nvSpPr>
          <p:spPr>
            <a:xfrm>
              <a:off x="9601531" y="275422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36" name="Isosceles Triangle 35"/>
            <p:cNvSpPr/>
            <p:nvPr/>
          </p:nvSpPr>
          <p:spPr>
            <a:xfrm>
              <a:off x="9599693" y="482907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</p:grpSp>
      <p:sp>
        <p:nvSpPr>
          <p:cNvPr id="13" name="Flowchart: Connector 12"/>
          <p:cNvSpPr/>
          <p:nvPr/>
        </p:nvSpPr>
        <p:spPr>
          <a:xfrm>
            <a:off x="8451800" y="1501395"/>
            <a:ext cx="220338" cy="220338"/>
          </a:xfrm>
          <a:prstGeom prst="flowChartConnector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37" name="Flowchart: Connector 36"/>
          <p:cNvSpPr/>
          <p:nvPr/>
        </p:nvSpPr>
        <p:spPr>
          <a:xfrm>
            <a:off x="9621510" y="1481048"/>
            <a:ext cx="220338" cy="220338"/>
          </a:xfrm>
          <a:prstGeom prst="flowChartConnector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8647515" y="1417233"/>
            <a:ext cx="906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Female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9841848" y="1417233"/>
            <a:ext cx="906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Male</a:t>
            </a:r>
            <a:endParaRPr lang="en-US" sz="1400" dirty="0"/>
          </a:p>
        </p:txBody>
      </p:sp>
      <p:sp>
        <p:nvSpPr>
          <p:cNvPr id="41" name="Rectangle 40"/>
          <p:cNvSpPr/>
          <p:nvPr/>
        </p:nvSpPr>
        <p:spPr>
          <a:xfrm>
            <a:off x="8450871" y="1901670"/>
            <a:ext cx="270000" cy="27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8783256" y="1879504"/>
            <a:ext cx="2799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smtClean="0"/>
              <a:t>I </a:t>
            </a:r>
            <a:r>
              <a:rPr lang="tr-TR" sz="1400" dirty="0" err="1" smtClean="0"/>
              <a:t>want</a:t>
            </a:r>
            <a:r>
              <a:rPr lang="tr-TR" sz="1400" dirty="0" smtClean="0"/>
              <a:t> </a:t>
            </a:r>
            <a:r>
              <a:rPr lang="tr-TR" sz="1400" dirty="0" err="1" smtClean="0"/>
              <a:t>to</a:t>
            </a:r>
            <a:r>
              <a:rPr lang="tr-TR" sz="1400" dirty="0" smtClean="0"/>
              <a:t> d</a:t>
            </a:r>
            <a:r>
              <a:rPr lang="en-US" sz="1400" dirty="0" smtClean="0"/>
              <a:t>o</a:t>
            </a:r>
            <a:r>
              <a:rPr lang="tr-TR" sz="1400" dirty="0" err="1" smtClean="0"/>
              <a:t>nate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763946" y="2224417"/>
            <a:ext cx="230336" cy="203262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1119052" y="2179417"/>
            <a:ext cx="2069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 am a volunteer </a:t>
            </a:r>
            <a:endParaRPr lang="en-US" sz="1400" dirty="0"/>
          </a:p>
        </p:txBody>
      </p:sp>
      <p:sp>
        <p:nvSpPr>
          <p:cNvPr id="47" name="Rectangle 46"/>
          <p:cNvSpPr/>
          <p:nvPr/>
        </p:nvSpPr>
        <p:spPr>
          <a:xfrm>
            <a:off x="696170" y="4239833"/>
            <a:ext cx="270000" cy="27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51" name="TextBox 50"/>
          <p:cNvSpPr txBox="1"/>
          <p:nvPr/>
        </p:nvSpPr>
        <p:spPr>
          <a:xfrm>
            <a:off x="1019089" y="4229361"/>
            <a:ext cx="2136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 request donations. </a:t>
            </a:r>
            <a:endParaRPr lang="en-US" sz="1400" dirty="0"/>
          </a:p>
        </p:txBody>
      </p:sp>
      <p:sp>
        <p:nvSpPr>
          <p:cNvPr id="54" name="Flowchart: Process 53"/>
          <p:cNvSpPr/>
          <p:nvPr/>
        </p:nvSpPr>
        <p:spPr>
          <a:xfrm>
            <a:off x="698325" y="2475508"/>
            <a:ext cx="10784448" cy="170148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737960" y="2502635"/>
            <a:ext cx="3055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Volunteer Personal Profile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6" name="Flowchart: Process 55"/>
          <p:cNvSpPr/>
          <p:nvPr/>
        </p:nvSpPr>
        <p:spPr>
          <a:xfrm>
            <a:off x="2224946" y="2854180"/>
            <a:ext cx="1949985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737960" y="2844171"/>
            <a:ext cx="14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/>
              <a:t>Profession</a:t>
            </a:r>
            <a:endParaRPr lang="en-US" sz="1400" dirty="0"/>
          </a:p>
        </p:txBody>
      </p:sp>
      <p:sp>
        <p:nvSpPr>
          <p:cNvPr id="58" name="Flowchart: Process 57"/>
          <p:cNvSpPr/>
          <p:nvPr/>
        </p:nvSpPr>
        <p:spPr>
          <a:xfrm>
            <a:off x="2224946" y="3244044"/>
            <a:ext cx="486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100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37960" y="3231297"/>
            <a:ext cx="2984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/>
              <a:t>Annual</a:t>
            </a:r>
            <a:r>
              <a:rPr lang="tr-TR" sz="1400" dirty="0" smtClean="0"/>
              <a:t> </a:t>
            </a:r>
            <a:r>
              <a:rPr lang="tr-TR" sz="1400" dirty="0" err="1" smtClean="0"/>
              <a:t>Income</a:t>
            </a:r>
            <a:r>
              <a:rPr lang="tr-TR" sz="1400" dirty="0" smtClean="0"/>
              <a:t>                      TL</a:t>
            </a:r>
            <a:endParaRPr lang="en-US" sz="1400" dirty="0"/>
          </a:p>
        </p:txBody>
      </p:sp>
      <p:grpSp>
        <p:nvGrpSpPr>
          <p:cNvPr id="60" name="Group 59"/>
          <p:cNvGrpSpPr/>
          <p:nvPr/>
        </p:nvGrpSpPr>
        <p:grpSpPr>
          <a:xfrm>
            <a:off x="2615766" y="3218829"/>
            <a:ext cx="161252" cy="387485"/>
            <a:chOff x="9599693" y="275422"/>
            <a:chExt cx="161252" cy="387485"/>
          </a:xfrm>
        </p:grpSpPr>
        <p:sp>
          <p:nvSpPr>
            <p:cNvPr id="61" name="Isosceles Triangle 60"/>
            <p:cNvSpPr/>
            <p:nvPr/>
          </p:nvSpPr>
          <p:spPr>
            <a:xfrm>
              <a:off x="9601531" y="275422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62" name="Isosceles Triangle 61"/>
            <p:cNvSpPr/>
            <p:nvPr/>
          </p:nvSpPr>
          <p:spPr>
            <a:xfrm>
              <a:off x="9599693" y="482907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</p:grpSp>
      <p:sp>
        <p:nvSpPr>
          <p:cNvPr id="63" name="Flowchart: Process 62"/>
          <p:cNvSpPr/>
          <p:nvPr/>
        </p:nvSpPr>
        <p:spPr>
          <a:xfrm>
            <a:off x="8863386" y="2787115"/>
            <a:ext cx="1284679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5806014" y="2766254"/>
            <a:ext cx="4092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smtClean="0"/>
              <a:t>G</a:t>
            </a:r>
            <a:r>
              <a:rPr lang="en-GB" sz="1400" dirty="0" err="1" smtClean="0"/>
              <a:t>eographical</a:t>
            </a:r>
            <a:r>
              <a:rPr lang="tr-TR" sz="1400" dirty="0" smtClean="0"/>
              <a:t> </a:t>
            </a:r>
            <a:r>
              <a:rPr lang="tr-TR" sz="1400" dirty="0" err="1" smtClean="0"/>
              <a:t>Region</a:t>
            </a:r>
            <a:r>
              <a:rPr lang="tr-TR" sz="1400" dirty="0" smtClean="0"/>
              <a:t> </a:t>
            </a:r>
            <a:r>
              <a:rPr lang="tr-TR" sz="1400" dirty="0" err="1" smtClean="0"/>
              <a:t>willing</a:t>
            </a:r>
            <a:r>
              <a:rPr lang="tr-TR" sz="1400" dirty="0" smtClean="0"/>
              <a:t> </a:t>
            </a:r>
            <a:r>
              <a:rPr lang="tr-TR" sz="1400" dirty="0" err="1" smtClean="0"/>
              <a:t>to</a:t>
            </a:r>
            <a:r>
              <a:rPr lang="tr-TR" sz="1400" dirty="0" smtClean="0"/>
              <a:t> </a:t>
            </a:r>
            <a:r>
              <a:rPr lang="tr-TR" sz="1400" dirty="0" err="1" smtClean="0"/>
              <a:t>support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810945" y="3123561"/>
            <a:ext cx="1010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smtClean="0"/>
              <a:t>Transport</a:t>
            </a:r>
            <a:endParaRPr lang="en-US" sz="1400" dirty="0"/>
          </a:p>
        </p:txBody>
      </p:sp>
      <p:sp>
        <p:nvSpPr>
          <p:cNvPr id="66" name="Flowchart: Connector 65"/>
          <p:cNvSpPr/>
          <p:nvPr/>
        </p:nvSpPr>
        <p:spPr>
          <a:xfrm>
            <a:off x="6774366" y="3183944"/>
            <a:ext cx="220338" cy="220338"/>
          </a:xfrm>
          <a:prstGeom prst="flowChartConnector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67" name="Flowchart: Connector 66"/>
          <p:cNvSpPr/>
          <p:nvPr/>
        </p:nvSpPr>
        <p:spPr>
          <a:xfrm>
            <a:off x="9086832" y="3199359"/>
            <a:ext cx="220338" cy="220338"/>
          </a:xfrm>
          <a:prstGeom prst="flowChartConnector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6994704" y="3140224"/>
            <a:ext cx="3163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smtClean="0"/>
              <a:t>I can </a:t>
            </a:r>
            <a:r>
              <a:rPr lang="tr-TR" sz="1400" dirty="0" err="1" smtClean="0"/>
              <a:t>handle</a:t>
            </a:r>
            <a:r>
              <a:rPr lang="tr-TR" sz="1400" dirty="0" smtClean="0"/>
              <a:t> </a:t>
            </a:r>
            <a:r>
              <a:rPr lang="tr-TR" sz="1400" dirty="0" err="1" smtClean="0"/>
              <a:t>my</a:t>
            </a:r>
            <a:r>
              <a:rPr lang="tr-TR" sz="1400" dirty="0" smtClean="0"/>
              <a:t> transport</a:t>
            </a:r>
            <a:endParaRPr lang="en-US" sz="1400" dirty="0"/>
          </a:p>
        </p:txBody>
      </p:sp>
      <p:sp>
        <p:nvSpPr>
          <p:cNvPr id="69" name="TextBox 68"/>
          <p:cNvSpPr txBox="1"/>
          <p:nvPr/>
        </p:nvSpPr>
        <p:spPr>
          <a:xfrm>
            <a:off x="9307170" y="3146835"/>
            <a:ext cx="2337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smtClean="0"/>
              <a:t>I </a:t>
            </a:r>
            <a:r>
              <a:rPr lang="tr-TR" sz="1400" dirty="0" err="1" smtClean="0"/>
              <a:t>need</a:t>
            </a:r>
            <a:r>
              <a:rPr lang="tr-TR" sz="1400" dirty="0" smtClean="0"/>
              <a:t> </a:t>
            </a:r>
            <a:r>
              <a:rPr lang="tr-TR" sz="1400" dirty="0" err="1" smtClean="0"/>
              <a:t>help</a:t>
            </a:r>
            <a:r>
              <a:rPr lang="tr-TR" sz="1400" dirty="0" smtClean="0"/>
              <a:t> </a:t>
            </a:r>
            <a:r>
              <a:rPr lang="tr-TR" sz="1400" dirty="0" err="1" smtClean="0"/>
              <a:t>for</a:t>
            </a:r>
            <a:r>
              <a:rPr lang="tr-TR" sz="1400" dirty="0" smtClean="0"/>
              <a:t> </a:t>
            </a:r>
            <a:r>
              <a:rPr lang="tr-TR" sz="1400" dirty="0" err="1" smtClean="0"/>
              <a:t>transportation</a:t>
            </a:r>
            <a:endParaRPr lang="en-US" sz="1400" dirty="0"/>
          </a:p>
        </p:txBody>
      </p:sp>
      <p:sp>
        <p:nvSpPr>
          <p:cNvPr id="70" name="Flowchart: Process 69"/>
          <p:cNvSpPr/>
          <p:nvPr/>
        </p:nvSpPr>
        <p:spPr>
          <a:xfrm>
            <a:off x="3335318" y="3708157"/>
            <a:ext cx="486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63946" y="3669159"/>
            <a:ext cx="3508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smtClean="0"/>
              <a:t>A</a:t>
            </a:r>
            <a:r>
              <a:rPr lang="en-GB" sz="1400" dirty="0" err="1" smtClean="0"/>
              <a:t>vailabl</a:t>
            </a:r>
            <a:r>
              <a:rPr lang="tr-TR" sz="1400" dirty="0" smtClean="0"/>
              <a:t>e</a:t>
            </a:r>
            <a:r>
              <a:rPr lang="en-GB" sz="1400" dirty="0" smtClean="0"/>
              <a:t> </a:t>
            </a:r>
            <a:r>
              <a:rPr lang="tr-TR" sz="1400" dirty="0" err="1" smtClean="0"/>
              <a:t>days</a:t>
            </a:r>
            <a:r>
              <a:rPr lang="tr-TR" sz="1400" dirty="0" smtClean="0"/>
              <a:t> </a:t>
            </a:r>
            <a:r>
              <a:rPr lang="tr-TR" sz="1400" dirty="0" err="1" smtClean="0"/>
              <a:t>count</a:t>
            </a:r>
            <a:r>
              <a:rPr lang="tr-TR" sz="1400" dirty="0" smtClean="0"/>
              <a:t> in a </a:t>
            </a:r>
            <a:r>
              <a:rPr lang="tr-TR" sz="1400" dirty="0" err="1" smtClean="0"/>
              <a:t>month</a:t>
            </a:r>
            <a:endParaRPr lang="en-US" sz="1400" dirty="0"/>
          </a:p>
        </p:txBody>
      </p:sp>
      <p:grpSp>
        <p:nvGrpSpPr>
          <p:cNvPr id="72" name="Group 71"/>
          <p:cNvGrpSpPr/>
          <p:nvPr/>
        </p:nvGrpSpPr>
        <p:grpSpPr>
          <a:xfrm>
            <a:off x="3722905" y="3687199"/>
            <a:ext cx="161252" cy="387485"/>
            <a:chOff x="9599693" y="275422"/>
            <a:chExt cx="161252" cy="387485"/>
          </a:xfrm>
        </p:grpSpPr>
        <p:sp>
          <p:nvSpPr>
            <p:cNvPr id="73" name="Isosceles Triangle 72"/>
            <p:cNvSpPr/>
            <p:nvPr/>
          </p:nvSpPr>
          <p:spPr>
            <a:xfrm>
              <a:off x="9601531" y="275422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74" name="Isosceles Triangle 73"/>
            <p:cNvSpPr/>
            <p:nvPr/>
          </p:nvSpPr>
          <p:spPr>
            <a:xfrm>
              <a:off x="9599693" y="482907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</p:grpSp>
      <p:sp>
        <p:nvSpPr>
          <p:cNvPr id="75" name="Flowchart: Process 74"/>
          <p:cNvSpPr/>
          <p:nvPr/>
        </p:nvSpPr>
        <p:spPr>
          <a:xfrm>
            <a:off x="7859313" y="3695856"/>
            <a:ext cx="486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847301" y="3704532"/>
            <a:ext cx="198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smtClean="0"/>
              <a:t>A</a:t>
            </a:r>
            <a:r>
              <a:rPr lang="en-GB" sz="1400" dirty="0" err="1" smtClean="0"/>
              <a:t>vailabl</a:t>
            </a:r>
            <a:r>
              <a:rPr lang="tr-TR" sz="1400" dirty="0" smtClean="0"/>
              <a:t>e</a:t>
            </a:r>
            <a:r>
              <a:rPr lang="en-GB" sz="1400" dirty="0" smtClean="0"/>
              <a:t> </a:t>
            </a:r>
            <a:r>
              <a:rPr lang="tr-TR" sz="1400" dirty="0" err="1" smtClean="0"/>
              <a:t>housrs</a:t>
            </a:r>
            <a:r>
              <a:rPr lang="tr-TR" sz="1400" dirty="0" smtClean="0"/>
              <a:t> in a </a:t>
            </a:r>
            <a:r>
              <a:rPr lang="tr-TR" sz="1400" dirty="0" err="1" smtClean="0"/>
              <a:t>day</a:t>
            </a:r>
            <a:endParaRPr lang="en-US" sz="1400" dirty="0"/>
          </a:p>
        </p:txBody>
      </p:sp>
      <p:grpSp>
        <p:nvGrpSpPr>
          <p:cNvPr id="77" name="Group 76"/>
          <p:cNvGrpSpPr/>
          <p:nvPr/>
        </p:nvGrpSpPr>
        <p:grpSpPr>
          <a:xfrm>
            <a:off x="8289888" y="3669176"/>
            <a:ext cx="161252" cy="387485"/>
            <a:chOff x="9599693" y="275422"/>
            <a:chExt cx="161252" cy="387485"/>
          </a:xfrm>
        </p:grpSpPr>
        <p:sp>
          <p:nvSpPr>
            <p:cNvPr id="78" name="Isosceles Triangle 77"/>
            <p:cNvSpPr/>
            <p:nvPr/>
          </p:nvSpPr>
          <p:spPr>
            <a:xfrm>
              <a:off x="9601531" y="275422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79" name="Isosceles Triangle 78"/>
            <p:cNvSpPr/>
            <p:nvPr/>
          </p:nvSpPr>
          <p:spPr>
            <a:xfrm>
              <a:off x="9599693" y="482907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</p:grpSp>
      <p:sp>
        <p:nvSpPr>
          <p:cNvPr id="81" name="Flowchart: Process 80"/>
          <p:cNvSpPr/>
          <p:nvPr/>
        </p:nvSpPr>
        <p:spPr>
          <a:xfrm>
            <a:off x="648514" y="4563695"/>
            <a:ext cx="10784448" cy="1645753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751359" y="4633677"/>
            <a:ext cx="3055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>
                <a:solidFill>
                  <a:srgbClr val="FF0000"/>
                </a:solidFill>
              </a:rPr>
              <a:t>Indigent</a:t>
            </a:r>
            <a:r>
              <a:rPr lang="tr-TR" sz="1400" dirty="0" smtClean="0">
                <a:solidFill>
                  <a:srgbClr val="FF0000"/>
                </a:solidFill>
              </a:rPr>
              <a:t> </a:t>
            </a:r>
            <a:r>
              <a:rPr lang="tr-TR" sz="1400" dirty="0" err="1" smtClean="0">
                <a:solidFill>
                  <a:srgbClr val="FF0000"/>
                </a:solidFill>
              </a:rPr>
              <a:t>Person</a:t>
            </a:r>
            <a:r>
              <a:rPr lang="tr-TR" sz="1400" dirty="0" smtClean="0">
                <a:solidFill>
                  <a:srgbClr val="FF0000"/>
                </a:solidFill>
              </a:rPr>
              <a:t> Profile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3" name="Flowchart: Process 82"/>
          <p:cNvSpPr/>
          <p:nvPr/>
        </p:nvSpPr>
        <p:spPr>
          <a:xfrm>
            <a:off x="2573625" y="4938596"/>
            <a:ext cx="486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100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51359" y="4925849"/>
            <a:ext cx="2984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/>
              <a:t>Monthly</a:t>
            </a:r>
            <a:r>
              <a:rPr lang="tr-TR" sz="1400" dirty="0" smtClean="0"/>
              <a:t> </a:t>
            </a:r>
            <a:r>
              <a:rPr lang="tr-TR" sz="1400" dirty="0" err="1" smtClean="0"/>
              <a:t>Income</a:t>
            </a:r>
            <a:r>
              <a:rPr lang="tr-TR" sz="1400" dirty="0" smtClean="0"/>
              <a:t>                              TL</a:t>
            </a:r>
            <a:endParaRPr lang="en-US" sz="1400" dirty="0"/>
          </a:p>
        </p:txBody>
      </p:sp>
      <p:grpSp>
        <p:nvGrpSpPr>
          <p:cNvPr id="85" name="Group 84"/>
          <p:cNvGrpSpPr/>
          <p:nvPr/>
        </p:nvGrpSpPr>
        <p:grpSpPr>
          <a:xfrm>
            <a:off x="2964445" y="4913381"/>
            <a:ext cx="161252" cy="387485"/>
            <a:chOff x="9599693" y="275422"/>
            <a:chExt cx="161252" cy="387485"/>
          </a:xfrm>
        </p:grpSpPr>
        <p:sp>
          <p:nvSpPr>
            <p:cNvPr id="86" name="Isosceles Triangle 85"/>
            <p:cNvSpPr/>
            <p:nvPr/>
          </p:nvSpPr>
          <p:spPr>
            <a:xfrm>
              <a:off x="9601531" y="275422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9599693" y="482907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</p:grpSp>
      <p:graphicFrame>
        <p:nvGraphicFramePr>
          <p:cNvPr id="88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933027"/>
              </p:ext>
            </p:extLst>
          </p:nvPr>
        </p:nvGraphicFramePr>
        <p:xfrm>
          <a:off x="3951228" y="5093665"/>
          <a:ext cx="7290096" cy="778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30032">
                  <a:extLst>
                    <a:ext uri="{9D8B030D-6E8A-4147-A177-3AD203B41FA5}">
                      <a16:colId xmlns:a16="http://schemas.microsoft.com/office/drawing/2014/main" val="2720466606"/>
                    </a:ext>
                  </a:extLst>
                </a:gridCol>
                <a:gridCol w="2430032">
                  <a:extLst>
                    <a:ext uri="{9D8B030D-6E8A-4147-A177-3AD203B41FA5}">
                      <a16:colId xmlns:a16="http://schemas.microsoft.com/office/drawing/2014/main" val="4167059462"/>
                    </a:ext>
                  </a:extLst>
                </a:gridCol>
                <a:gridCol w="2430032">
                  <a:extLst>
                    <a:ext uri="{9D8B030D-6E8A-4147-A177-3AD203B41FA5}">
                      <a16:colId xmlns:a16="http://schemas.microsoft.com/office/drawing/2014/main" val="10719336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tr-TR" sz="1200" dirty="0" err="1" smtClean="0"/>
                        <a:t>Closeness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 err="1" smtClean="0"/>
                        <a:t>Education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 err="1" smtClean="0"/>
                        <a:t>Employment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9182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31146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502792"/>
                  </a:ext>
                </a:extLst>
              </a:tr>
            </a:tbl>
          </a:graphicData>
        </a:graphic>
      </p:graphicFrame>
      <p:sp>
        <p:nvSpPr>
          <p:cNvPr id="89" name="Flowchart: Process 88"/>
          <p:cNvSpPr/>
          <p:nvPr/>
        </p:nvSpPr>
        <p:spPr>
          <a:xfrm>
            <a:off x="7047453" y="4709877"/>
            <a:ext cx="720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0" name="TextBox 89"/>
          <p:cNvSpPr txBox="1"/>
          <p:nvPr/>
        </p:nvSpPr>
        <p:spPr>
          <a:xfrm>
            <a:off x="6065158" y="4691819"/>
            <a:ext cx="953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/>
              <a:t>Closeness</a:t>
            </a:r>
            <a:endParaRPr lang="en-US" sz="1400" dirty="0"/>
          </a:p>
        </p:txBody>
      </p:sp>
      <p:sp>
        <p:nvSpPr>
          <p:cNvPr id="91" name="Flowchart: Process 90"/>
          <p:cNvSpPr/>
          <p:nvPr/>
        </p:nvSpPr>
        <p:spPr>
          <a:xfrm>
            <a:off x="5380890" y="4709877"/>
            <a:ext cx="720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2" name="TextBox 91"/>
          <p:cNvSpPr txBox="1"/>
          <p:nvPr/>
        </p:nvSpPr>
        <p:spPr>
          <a:xfrm>
            <a:off x="3814910" y="4691819"/>
            <a:ext cx="1601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/>
              <a:t>Educational</a:t>
            </a:r>
            <a:r>
              <a:rPr lang="tr-TR" sz="1400" dirty="0" smtClean="0"/>
              <a:t> </a:t>
            </a:r>
            <a:r>
              <a:rPr lang="tr-TR" sz="1400" dirty="0" err="1" smtClean="0"/>
              <a:t>Status</a:t>
            </a:r>
            <a:endParaRPr lang="en-US" sz="1400" dirty="0"/>
          </a:p>
        </p:txBody>
      </p:sp>
      <p:sp>
        <p:nvSpPr>
          <p:cNvPr id="93" name="Flowchart: Process 92"/>
          <p:cNvSpPr/>
          <p:nvPr/>
        </p:nvSpPr>
        <p:spPr>
          <a:xfrm>
            <a:off x="9342120" y="4691819"/>
            <a:ext cx="720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4" name="TextBox 93"/>
          <p:cNvSpPr txBox="1"/>
          <p:nvPr/>
        </p:nvSpPr>
        <p:spPr>
          <a:xfrm>
            <a:off x="7734835" y="4691819"/>
            <a:ext cx="1601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/>
              <a:t>Employment</a:t>
            </a:r>
            <a:r>
              <a:rPr lang="tr-TR" sz="1400" dirty="0" smtClean="0"/>
              <a:t> </a:t>
            </a:r>
            <a:r>
              <a:rPr lang="tr-TR" sz="1400" dirty="0" err="1" smtClean="0"/>
              <a:t>Status</a:t>
            </a:r>
            <a:endParaRPr lang="en-US" sz="1400" dirty="0"/>
          </a:p>
        </p:txBody>
      </p:sp>
      <p:sp>
        <p:nvSpPr>
          <p:cNvPr id="95" name="Flowchart: Process 94"/>
          <p:cNvSpPr/>
          <p:nvPr/>
        </p:nvSpPr>
        <p:spPr>
          <a:xfrm>
            <a:off x="2573625" y="5401791"/>
            <a:ext cx="4860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100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51359" y="5389044"/>
            <a:ext cx="2984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/>
              <a:t>Monthly</a:t>
            </a:r>
            <a:r>
              <a:rPr lang="tr-TR" sz="1400" dirty="0" smtClean="0"/>
              <a:t> </a:t>
            </a:r>
            <a:r>
              <a:rPr lang="tr-TR" sz="1400" dirty="0" err="1" smtClean="0"/>
              <a:t>Expenditures</a:t>
            </a:r>
            <a:r>
              <a:rPr lang="tr-TR" sz="1400" dirty="0" smtClean="0"/>
              <a:t>                    TL</a:t>
            </a:r>
            <a:endParaRPr lang="en-US" sz="1400" dirty="0"/>
          </a:p>
        </p:txBody>
      </p:sp>
      <p:grpSp>
        <p:nvGrpSpPr>
          <p:cNvPr id="97" name="Group 96"/>
          <p:cNvGrpSpPr/>
          <p:nvPr/>
        </p:nvGrpSpPr>
        <p:grpSpPr>
          <a:xfrm>
            <a:off x="2964445" y="5376576"/>
            <a:ext cx="161252" cy="387485"/>
            <a:chOff x="9599693" y="275422"/>
            <a:chExt cx="161252" cy="387485"/>
          </a:xfrm>
        </p:grpSpPr>
        <p:sp>
          <p:nvSpPr>
            <p:cNvPr id="98" name="Isosceles Triangle 97"/>
            <p:cNvSpPr/>
            <p:nvPr/>
          </p:nvSpPr>
          <p:spPr>
            <a:xfrm>
              <a:off x="9601531" y="275422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9599693" y="482907"/>
              <a:ext cx="159414" cy="180000"/>
            </a:xfrm>
            <a:prstGeom prst="triangle">
              <a:avLst/>
            </a:prstGeom>
            <a:solidFill>
              <a:schemeClr val="bg1"/>
            </a:solidFill>
            <a:ln w="19050"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/>
            </a:p>
          </p:txBody>
        </p:sp>
      </p:grpSp>
      <p:sp>
        <p:nvSpPr>
          <p:cNvPr id="100" name="Rounded Rectangle 99"/>
          <p:cNvSpPr/>
          <p:nvPr/>
        </p:nvSpPr>
        <p:spPr>
          <a:xfrm>
            <a:off x="10271335" y="4669437"/>
            <a:ext cx="1053275" cy="35254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r-TR" sz="1400" dirty="0" err="1" smtClean="0"/>
              <a:t>Add</a:t>
            </a:r>
            <a:endParaRPr lang="en-US" sz="1400" dirty="0"/>
          </a:p>
        </p:txBody>
      </p:sp>
      <p:sp>
        <p:nvSpPr>
          <p:cNvPr id="101" name="Flowchart: Process 100"/>
          <p:cNvSpPr/>
          <p:nvPr/>
        </p:nvSpPr>
        <p:spPr>
          <a:xfrm>
            <a:off x="2548216" y="5809238"/>
            <a:ext cx="1281700" cy="309600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2" name="TextBox 101"/>
          <p:cNvSpPr txBox="1"/>
          <p:nvPr/>
        </p:nvSpPr>
        <p:spPr>
          <a:xfrm>
            <a:off x="751359" y="5799734"/>
            <a:ext cx="1822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 smtClean="0"/>
              <a:t>Requested</a:t>
            </a:r>
            <a:r>
              <a:rPr lang="tr-TR" sz="1400" dirty="0" smtClean="0"/>
              <a:t> </a:t>
            </a:r>
            <a:r>
              <a:rPr lang="tr-TR" sz="1400" dirty="0" err="1" smtClean="0"/>
              <a:t>Support</a:t>
            </a:r>
            <a:endParaRPr lang="en-US" sz="1400" dirty="0"/>
          </a:p>
        </p:txBody>
      </p:sp>
      <p:sp>
        <p:nvSpPr>
          <p:cNvPr id="104" name="Rounded Rectangle 103"/>
          <p:cNvSpPr/>
          <p:nvPr/>
        </p:nvSpPr>
        <p:spPr>
          <a:xfrm>
            <a:off x="3566157" y="5820346"/>
            <a:ext cx="231677" cy="276975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Down Arrow 102"/>
          <p:cNvSpPr/>
          <p:nvPr/>
        </p:nvSpPr>
        <p:spPr>
          <a:xfrm flipH="1">
            <a:off x="3585639" y="5878831"/>
            <a:ext cx="207951" cy="190403"/>
          </a:xfrm>
          <a:prstGeom prst="downArrow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0379687" y="6315190"/>
            <a:ext cx="1053275" cy="35254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/>
              <a:t>Register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083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27760" y="1024237"/>
            <a:ext cx="9563100" cy="46869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127760" y="1024238"/>
            <a:ext cx="9563100" cy="374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Multiply 15"/>
          <p:cNvSpPr/>
          <p:nvPr/>
        </p:nvSpPr>
        <p:spPr>
          <a:xfrm>
            <a:off x="10259911" y="1024236"/>
            <a:ext cx="360000" cy="424339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17" name="Flowchart: Process 16"/>
          <p:cNvSpPr/>
          <p:nvPr/>
        </p:nvSpPr>
        <p:spPr>
          <a:xfrm>
            <a:off x="10007911" y="1107557"/>
            <a:ext cx="252000" cy="252000"/>
          </a:xfrm>
          <a:prstGeom prst="flowChartProcess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lowchart: Process 17"/>
          <p:cNvSpPr/>
          <p:nvPr/>
        </p:nvSpPr>
        <p:spPr>
          <a:xfrm>
            <a:off x="9658928" y="1233557"/>
            <a:ext cx="252000" cy="108000"/>
          </a:xfrm>
          <a:prstGeom prst="flowChartProcess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99" y="1050016"/>
            <a:ext cx="367086" cy="36708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7760" y="1398812"/>
            <a:ext cx="330237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NGO Application</a:t>
            </a:r>
            <a:endParaRPr lang="en-US" sz="3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80284" y="2125538"/>
            <a:ext cx="1295400" cy="1195081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65044" y="2806603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Make</a:t>
            </a:r>
            <a:r>
              <a:rPr lang="tr-TR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 a </a:t>
            </a:r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Donation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56" y="2230958"/>
            <a:ext cx="598503" cy="5985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4" name="Rectangle 23"/>
          <p:cNvSpPr/>
          <p:nvPr/>
        </p:nvSpPr>
        <p:spPr>
          <a:xfrm>
            <a:off x="3045303" y="2116334"/>
            <a:ext cx="1295400" cy="1195081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30063" y="2797399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My </a:t>
            </a:r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Donation</a:t>
            </a:r>
            <a:endParaRPr lang="tr-TR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  <a:p>
            <a:pPr algn="ctr"/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History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972" y="2210657"/>
            <a:ext cx="586741" cy="5867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8" name="Rectangle 27"/>
          <p:cNvSpPr/>
          <p:nvPr/>
        </p:nvSpPr>
        <p:spPr>
          <a:xfrm>
            <a:off x="6265000" y="2125538"/>
            <a:ext cx="1295400" cy="1195081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49760" y="2806603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Donable</a:t>
            </a:r>
            <a:r>
              <a:rPr lang="tr-TR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 </a:t>
            </a:r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Item</a:t>
            </a:r>
            <a:endParaRPr lang="tr-TR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  <a:p>
            <a:pPr algn="ctr"/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Settings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714" y="2230630"/>
            <a:ext cx="575972" cy="5759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2" name="Rectangle 31"/>
          <p:cNvSpPr/>
          <p:nvPr/>
        </p:nvSpPr>
        <p:spPr>
          <a:xfrm>
            <a:off x="7830019" y="2116334"/>
            <a:ext cx="1295400" cy="1195081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14779" y="2797399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User Management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713" y="2217386"/>
            <a:ext cx="580012" cy="5800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6" name="Rectangle 35"/>
          <p:cNvSpPr/>
          <p:nvPr/>
        </p:nvSpPr>
        <p:spPr>
          <a:xfrm>
            <a:off x="4636547" y="2125538"/>
            <a:ext cx="1295400" cy="1195081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21307" y="2959003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Operations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7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731" y="2215830"/>
            <a:ext cx="718580" cy="7185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0" name="TextBox 39"/>
          <p:cNvSpPr txBox="1"/>
          <p:nvPr/>
        </p:nvSpPr>
        <p:spPr>
          <a:xfrm>
            <a:off x="1465044" y="3405106"/>
            <a:ext cx="967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-</a:t>
            </a:r>
            <a:r>
              <a:rPr lang="tr-TR" sz="1200" dirty="0" err="1" smtClean="0"/>
              <a:t>Donor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2969102" y="3405106"/>
            <a:ext cx="967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-</a:t>
            </a:r>
            <a:r>
              <a:rPr lang="tr-TR" sz="1200" dirty="0" err="1" smtClean="0"/>
              <a:t>Donor</a:t>
            </a:r>
            <a:endParaRPr lang="en-US" sz="1200" dirty="0"/>
          </a:p>
        </p:txBody>
      </p:sp>
      <p:sp>
        <p:nvSpPr>
          <p:cNvPr id="42" name="TextBox 41"/>
          <p:cNvSpPr txBox="1"/>
          <p:nvPr/>
        </p:nvSpPr>
        <p:spPr>
          <a:xfrm>
            <a:off x="4519341" y="3405105"/>
            <a:ext cx="1883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-</a:t>
            </a:r>
            <a:r>
              <a:rPr lang="tr-TR" sz="1200" dirty="0" err="1" smtClean="0"/>
              <a:t>Operation</a:t>
            </a:r>
            <a:r>
              <a:rPr lang="tr-TR" sz="1200" dirty="0" smtClean="0"/>
              <a:t> </a:t>
            </a:r>
            <a:r>
              <a:rPr lang="tr-TR" sz="1200" dirty="0" err="1" smtClean="0"/>
              <a:t>Coordinator</a:t>
            </a:r>
            <a:endParaRPr 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6182095" y="3405104"/>
            <a:ext cx="1226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-</a:t>
            </a:r>
            <a:r>
              <a:rPr lang="tr-TR" sz="1200" dirty="0" err="1" smtClean="0"/>
              <a:t>System</a:t>
            </a:r>
            <a:r>
              <a:rPr lang="tr-TR" sz="1200" dirty="0" smtClean="0"/>
              <a:t> </a:t>
            </a:r>
            <a:r>
              <a:rPr lang="tr-TR" sz="1200" dirty="0" err="1" smtClean="0"/>
              <a:t>Admin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7776679" y="3405103"/>
            <a:ext cx="1226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-</a:t>
            </a:r>
            <a:r>
              <a:rPr lang="tr-TR" sz="1200" dirty="0" err="1" smtClean="0"/>
              <a:t>System</a:t>
            </a:r>
            <a:r>
              <a:rPr lang="tr-TR" sz="1200" dirty="0" smtClean="0"/>
              <a:t> </a:t>
            </a:r>
            <a:r>
              <a:rPr lang="tr-TR" sz="1200" dirty="0" err="1" smtClean="0"/>
              <a:t>Admin</a:t>
            </a:r>
            <a:endParaRPr lang="en-US" sz="1200" dirty="0"/>
          </a:p>
        </p:txBody>
      </p:sp>
      <p:sp>
        <p:nvSpPr>
          <p:cNvPr id="45" name="Rectangle 44"/>
          <p:cNvSpPr/>
          <p:nvPr/>
        </p:nvSpPr>
        <p:spPr>
          <a:xfrm>
            <a:off x="1556485" y="4056343"/>
            <a:ext cx="1295400" cy="1195081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541245" y="4737408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My </a:t>
            </a:r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Receiving</a:t>
            </a:r>
            <a:endParaRPr lang="tr-TR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  <a:p>
            <a:pPr algn="ctr"/>
            <a:r>
              <a:rPr lang="tr-T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Baloo Chettan 2" panose="03080502040302020200" pitchFamily="66" charset="-94"/>
                <a:cs typeface="Baloo Chettan 2" panose="03080502040302020200" pitchFamily="66" charset="-94"/>
              </a:rPr>
              <a:t>History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Baloo Chettan 2" panose="03080502040302020200" pitchFamily="66" charset="-94"/>
              <a:cs typeface="Baloo Chettan 2" panose="03080502040302020200" pitchFamily="66" charset="-9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80284" y="5345115"/>
            <a:ext cx="1488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-</a:t>
            </a:r>
            <a:r>
              <a:rPr lang="tr-TR" sz="1200" dirty="0" err="1" smtClean="0"/>
              <a:t>Indigent</a:t>
            </a:r>
            <a:r>
              <a:rPr lang="tr-TR" sz="1200" dirty="0" smtClean="0"/>
              <a:t> </a:t>
            </a:r>
            <a:r>
              <a:rPr lang="tr-TR" sz="1200" dirty="0" err="1" smtClean="0"/>
              <a:t>person</a:t>
            </a:r>
            <a:endParaRPr lang="en-US" sz="1200" dirty="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433" y="4147903"/>
            <a:ext cx="589504" cy="58950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7051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039" y="537090"/>
            <a:ext cx="8151058" cy="3962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44040" y="537090"/>
            <a:ext cx="8151058" cy="546829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677" y="1026573"/>
            <a:ext cx="3017782" cy="603556"/>
          </a:xfrm>
          <a:prstGeom prst="rect">
            <a:avLst/>
          </a:prstGeom>
        </p:spPr>
      </p:pic>
      <p:sp>
        <p:nvSpPr>
          <p:cNvPr id="7" name="Flowchart: Process 6"/>
          <p:cNvSpPr/>
          <p:nvPr/>
        </p:nvSpPr>
        <p:spPr>
          <a:xfrm>
            <a:off x="3120908" y="1723338"/>
            <a:ext cx="6197320" cy="360000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DONATION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2977404" y="2922641"/>
            <a:ext cx="251800" cy="290018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02116" y="2176547"/>
            <a:ext cx="379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Please</a:t>
            </a:r>
            <a:r>
              <a:rPr lang="tr-TR" dirty="0" smtClean="0"/>
              <a:t> </a:t>
            </a:r>
            <a:r>
              <a:rPr lang="tr-TR" dirty="0" err="1" smtClean="0"/>
              <a:t>provide</a:t>
            </a:r>
            <a:r>
              <a:rPr lang="tr-TR" dirty="0" smtClean="0"/>
              <a:t> </a:t>
            </a:r>
            <a:r>
              <a:rPr lang="tr-TR" dirty="0" err="1" smtClean="0"/>
              <a:t>donations</a:t>
            </a:r>
            <a:r>
              <a:rPr lang="tr-TR" dirty="0" smtClean="0"/>
              <a:t> </a:t>
            </a:r>
            <a:r>
              <a:rPr lang="tr-TR" dirty="0" err="1" smtClean="0"/>
              <a:t>items</a:t>
            </a:r>
            <a:r>
              <a:rPr lang="tr-TR" dirty="0" smtClean="0"/>
              <a:t>? </a:t>
            </a:r>
            <a:endParaRPr lang="en-US" dirty="0"/>
          </a:p>
        </p:txBody>
      </p:sp>
      <p:sp>
        <p:nvSpPr>
          <p:cNvPr id="10" name="Flowchart: Process 9"/>
          <p:cNvSpPr/>
          <p:nvPr/>
        </p:nvSpPr>
        <p:spPr>
          <a:xfrm>
            <a:off x="2960957" y="3271237"/>
            <a:ext cx="251800" cy="290018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532" y="2881235"/>
            <a:ext cx="268247" cy="3109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29204" y="2873312"/>
            <a:ext cx="379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Cash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220934" y="3198903"/>
            <a:ext cx="379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Food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440268" y="2873312"/>
            <a:ext cx="379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Cloths</a:t>
            </a:r>
            <a:endParaRPr lang="en-US" dirty="0"/>
          </a:p>
        </p:txBody>
      </p:sp>
      <p:sp>
        <p:nvSpPr>
          <p:cNvPr id="16" name="Flowchart: Process 15"/>
          <p:cNvSpPr/>
          <p:nvPr/>
        </p:nvSpPr>
        <p:spPr>
          <a:xfrm>
            <a:off x="4188468" y="2952626"/>
            <a:ext cx="251800" cy="290018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20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32052" y="484768"/>
            <a:ext cx="3685032" cy="424339"/>
            <a:chOff x="3949216" y="1328303"/>
            <a:chExt cx="3685032" cy="424339"/>
          </a:xfrm>
        </p:grpSpPr>
        <p:sp>
          <p:nvSpPr>
            <p:cNvPr id="2" name="Rectangle 1"/>
            <p:cNvSpPr/>
            <p:nvPr/>
          </p:nvSpPr>
          <p:spPr>
            <a:xfrm>
              <a:off x="3949216" y="1328303"/>
              <a:ext cx="3685032" cy="3745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Multiply 2"/>
            <p:cNvSpPr/>
            <p:nvPr/>
          </p:nvSpPr>
          <p:spPr>
            <a:xfrm>
              <a:off x="7274248" y="1328303"/>
              <a:ext cx="360000" cy="424339"/>
            </a:xfrm>
            <a:prstGeom prst="mathMultiply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Flowchart: Process 3"/>
            <p:cNvSpPr/>
            <p:nvPr/>
          </p:nvSpPr>
          <p:spPr>
            <a:xfrm>
              <a:off x="7022248" y="1411624"/>
              <a:ext cx="252000" cy="252000"/>
            </a:xfrm>
            <a:prstGeom prst="flowChartProcess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6673265" y="1537624"/>
              <a:ext cx="252000" cy="108000"/>
            </a:xfrm>
            <a:prstGeom prst="flowChartProcess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9216" y="1354081"/>
              <a:ext cx="367086" cy="367086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532052" y="1470454"/>
            <a:ext cx="72279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-Ana Menü</a:t>
            </a:r>
          </a:p>
          <a:p>
            <a:r>
              <a:rPr lang="tr-TR" dirty="0" smtClean="0"/>
              <a:t>-Kullanıcının onaylanacağı ekran</a:t>
            </a:r>
          </a:p>
          <a:p>
            <a:r>
              <a:rPr lang="tr-TR" dirty="0"/>
              <a:t>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58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200</Words>
  <Application>Microsoft Office PowerPoint</Application>
  <PresentationFormat>Widescreen</PresentationFormat>
  <Paragraphs>74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Baloo Chettan 2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Tolga</dc:creator>
  <cp:lastModifiedBy>Tolga</cp:lastModifiedBy>
  <cp:revision>21</cp:revision>
  <dcterms:created xsi:type="dcterms:W3CDTF">2024-05-05T15:15:30Z</dcterms:created>
  <dcterms:modified xsi:type="dcterms:W3CDTF">2024-05-05T18:11:07Z</dcterms:modified>
</cp:coreProperties>
</file>